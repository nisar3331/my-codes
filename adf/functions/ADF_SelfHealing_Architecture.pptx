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D4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E5F9E">
              <a:alpha val="20000"/>
            </a:srgbClr>
          </a:solidFill>
          <a:ln w="12700">
            <a:solidFill>
              <a:srgbClr val="0E5F9E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0B8FBF">
              <a:alpha val="30000"/>
            </a:srgbClr>
          </a:solidFill>
          <a:ln w="12700">
            <a:solidFill>
              <a:srgbClr val="0B8FB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D4"/>
                </a:solidFill>
              </a:rPr>
              <a:t>Munich RE × Capgemini DataRend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ADF Pipeline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Self-Healing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4FD"/>
                </a:solidFill>
              </a:rPr>
              <a:t>Autonomous Detect-and-Remediate for Azure Data Factory Pipelines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33756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B2A4A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</a:rPr>
              <a:t>Event-Driven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333756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B2A4A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</a:rPr>
              <a:t>LLM-Powered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18304" y="333756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B2A4A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</a:rPr>
              <a:t>Zero-Touch Recovery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3337560"/>
            <a:ext cx="2011680" cy="347472"/>
          </a:xfrm>
          <a:prstGeom prst="roundRect">
            <a:avLst>
              <a:gd name="adj" fmla="val 31579"/>
            </a:avLst>
          </a:prstGeom>
          <a:solidFill>
            <a:srgbClr val="1B2A4A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D4"/>
                </a:solidFill>
              </a:rPr>
              <a:t>Azure Native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May 2026  |  RunOps P1 Initiative  |  POC Architecture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2801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Problem: Manual Pipeline Failures Today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56032" y="1143000"/>
            <a:ext cx="274320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114300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3258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1874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 Detection Lag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23774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Engineers discover ADF failures only after SLA breaches, causing multi-hour MTTR and downstream data delays.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3163824" y="1143000"/>
            <a:ext cx="274320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163824" y="11430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13258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73552" y="1874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Manual Triage Overhead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273552" y="23774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L2 teams manually search ServiceNow, SharePoint and runbooks to identify fix steps, wasting 40–60 min per incident.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071616" y="1143000"/>
            <a:ext cx="2743200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071616" y="1143000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3258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81344" y="1874520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Autonomous Recovery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181344" y="2377440"/>
            <a:ext cx="25237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Every pipeline failure requires human intervention. No retry logic, no root-cause classification, no auto-remediation path.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0" y="4251960"/>
            <a:ext cx="9144000" cy="8869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3152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D4"/>
                </a:solidFill>
              </a:rPr>
              <a:t>3–8 hr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3152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Avg MTTR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274320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D4"/>
                </a:solidFill>
              </a:rPr>
              <a:t>0%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274320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Auto-Recovery Rate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75488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D4"/>
                </a:solidFill>
              </a:rPr>
              <a:t>60 min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475488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Manual Triage Time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766560" y="42793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D4"/>
                </a:solidFill>
              </a:rPr>
              <a:t>∞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676656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Human Touchpoints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Solution: Autonomous Self-Healing Loop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75488" cy="475488"/>
          </a:xfrm>
          <a:prstGeom prst="ellipse">
            <a:avLst/>
          </a:prstGeom>
          <a:solidFill>
            <a:srgbClr val="0E5F9E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" y="1097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1097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</a:rPr>
              <a:t>Detect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13441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Event Grid fires the moment an ADF pipeline fails — milliseconds after failure, not hours.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1883664"/>
            <a:ext cx="475488" cy="475488"/>
          </a:xfrm>
          <a:prstGeom prst="ellipse">
            <a:avLst/>
          </a:prstGeom>
          <a:solidFill>
            <a:srgbClr val="0E5F9E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883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</a:rPr>
              <a:t>Classify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21305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GPT-4o reads the error, queries the error catalog, and returns an error code with confidence score.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2670048"/>
            <a:ext cx="475488" cy="475488"/>
          </a:xfrm>
          <a:prstGeom prst="ellipse">
            <a:avLst/>
          </a:prstGeom>
          <a:solidFill>
            <a:srgbClr val="0E5F9E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2670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2670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</a:rPr>
              <a:t>Resolve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9169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Error Resolver executes the right fix automatically: GC force, schema refresh, file polling, etc.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3456432"/>
            <a:ext cx="475488" cy="475488"/>
          </a:xfrm>
          <a:prstGeom prst="ellipse">
            <a:avLst/>
          </a:prstGeom>
          <a:solidFill>
            <a:srgbClr val="0E5F9E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" y="3456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" y="3456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</a:rPr>
              <a:t>Restart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" y="37033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Pipeline Manager retries up to 3 times with intelligent backoff; escalates to ServiceNow if still failing.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28600" y="4242816"/>
            <a:ext cx="475488" cy="475488"/>
          </a:xfrm>
          <a:prstGeom prst="ellipse">
            <a:avLst/>
          </a:prstGeom>
          <a:solidFill>
            <a:srgbClr val="0E5F9E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8600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4242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D4"/>
                </a:solidFill>
              </a:rPr>
              <a:t>Log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22960" y="44897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Full run report saved to structured logs with resolution trace for audit and model improvement.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212080" y="1051560"/>
            <a:ext cx="365760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4B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321808" y="1188720"/>
            <a:ext cx="3438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D4"/>
                </a:solidFill>
              </a:rPr>
              <a:t>Target Outcomes</a:t>
            </a:r>
            <a:endParaRPr lang="en-US" sz="15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73736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833872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&lt; 5 min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5833872" y="2075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MTTR (from 3–8 hr)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514600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833872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≥ 80%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5833872" y="2852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Auto-resolved incidents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291840"/>
            <a:ext cx="320040" cy="3200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833872" y="3246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3×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5833872" y="3630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Retry attempts before escalation</a:t>
            </a:r>
            <a:endParaRPr lang="en-US" sz="10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069080"/>
            <a:ext cx="320040" cy="32004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833872" y="4023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100%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5833872" y="44074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Incidents logged &amp; traced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Architecture Flow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01168" y="1188720"/>
            <a:ext cx="138988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01168" y="1188720"/>
            <a:ext cx="1389888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16736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032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ADF Pipeline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Fails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25603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EC8"/>
                </a:solidFill>
              </a:rPr>
              <a:t>Azure Data Factory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1627632" y="1892808"/>
            <a:ext cx="274320" cy="0"/>
          </a:xfrm>
          <a:prstGeom prst="line">
            <a:avLst/>
          </a:prstGeom>
          <a:noFill/>
          <a:ln w="27940">
            <a:solidFill>
              <a:srgbClr val="14B8D4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865376" y="1810512"/>
            <a:ext cx="9144" cy="164592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38528" y="1188720"/>
            <a:ext cx="138988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1938528" y="1188720"/>
            <a:ext cx="1389888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016" y="131673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93392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Event Grid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+ Azure Fn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99339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EC8"/>
                </a:solidFill>
              </a:rPr>
              <a:t>Trigger layer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364992" y="1892808"/>
            <a:ext cx="274320" cy="0"/>
          </a:xfrm>
          <a:prstGeom prst="line">
            <a:avLst/>
          </a:prstGeom>
          <a:noFill/>
          <a:ln w="27940">
            <a:solidFill>
              <a:srgbClr val="14B8D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02736" y="1810512"/>
            <a:ext cx="9144" cy="164592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75888" y="1188720"/>
            <a:ext cx="138988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75888" y="1188720"/>
            <a:ext cx="1389888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31673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30752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LLM Error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Detector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373075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EC8"/>
                </a:solidFill>
              </a:rPr>
              <a:t>GPT-4o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102352" y="1892808"/>
            <a:ext cx="274320" cy="0"/>
          </a:xfrm>
          <a:prstGeom prst="line">
            <a:avLst/>
          </a:prstGeom>
          <a:noFill/>
          <a:ln w="27940">
            <a:solidFill>
              <a:srgbClr val="14B8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40096" y="1810512"/>
            <a:ext cx="9144" cy="164592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13248" y="1188720"/>
            <a:ext cx="138988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413248" y="1188720"/>
            <a:ext cx="1389888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736" y="1316736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68112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Error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Resolver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6811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EC8"/>
                </a:solidFill>
              </a:rPr>
              <a:t>ADF SDK / kubectl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839712" y="1892808"/>
            <a:ext cx="274320" cy="0"/>
          </a:xfrm>
          <a:prstGeom prst="line">
            <a:avLst/>
          </a:prstGeom>
          <a:noFill/>
          <a:ln w="27940">
            <a:solidFill>
              <a:srgbClr val="14B8D4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7077456" y="1810512"/>
            <a:ext cx="9144" cy="164592"/>
          </a:xfrm>
          <a:prstGeom prst="rect">
            <a:avLst/>
          </a:prstGeom>
          <a:solidFill>
            <a:srgbClr val="14B8D4"/>
          </a:solidFill>
          <a:ln w="12700">
            <a:solidFill>
              <a:srgbClr val="14B8D4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150608" y="1188720"/>
            <a:ext cx="1389888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150608" y="1188720"/>
            <a:ext cx="1389888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1316736"/>
            <a:ext cx="438912" cy="43891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05472" y="1810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Pipeline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Manager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7205472" y="2377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EC8"/>
                </a:solidFill>
              </a:rPr>
              <a:t>Retry ×3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201168" y="2926080"/>
            <a:ext cx="8741664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035808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68680" y="30358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Run report → logs/  (structured JSON: error code, resolution action, retries, outcome, timestamp)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86868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</a:rPr>
              <a:t>Audit &amp; ML feedback loop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370832" y="2651760"/>
            <a:ext cx="0" cy="256032"/>
          </a:xfrm>
          <a:prstGeom prst="line">
            <a:avLst/>
          </a:prstGeom>
          <a:noFill/>
          <a:ln w="25400">
            <a:solidFill>
              <a:srgbClr val="14B8D4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Component Deep-Dive: LLM Error Detector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</a:rPr>
              <a:t>How It 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" y="15087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8F4FD"/>
                </a:solidFill>
              </a:rPr>
              <a:t>1.  Azure Function captures the ADF failure event payload from Event Grid.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8F4FD"/>
                </a:solidFill>
              </a:rPr>
              <a:t>2.  Error message + pipeline metadata injected into GPT-4o prompt with structured error catalog.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8F4FD"/>
                </a:solidFill>
              </a:rPr>
              <a:t>3.  Model returns JSON: { error_code, confidence, resolution_action, requires_human }.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8F4FD"/>
                </a:solidFill>
              </a:rPr>
              <a:t>4.  If confidence &lt; 0.7, escalation flag is set and ServiceNow ticket auto-created.</a:t>
            </a:r>
            <a:endParaRPr lang="en-US" sz="11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8F4FD"/>
                </a:solidFill>
              </a:rPr>
              <a:t>5.  Resolution action passed to Error Resolver for execution.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D4"/>
                </a:solidFill>
              </a:rPr>
              <a:t>Error Catalog (sample)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251960" cy="256032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6916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Error Code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Pattern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ERR_001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OutOfMemory / heap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Force GC → rolling restart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ERR_002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FileNotFound / blob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Trigger file poll / wait retry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ERR_003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Schema mismatch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Schema refresh → re-run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ERR_004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Timeout / throttle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Exponential backoff retry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ERR_005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Auth / credential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8F4FD"/>
                          </a:solidFill>
                        </a:rPr>
                        <a:t>Escalate → ServiceNow P2</a:t>
                      </a:r>
                      <a:endParaRPr lang="en-US" sz="10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663440" y="4206240"/>
            <a:ext cx="425196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73168" y="4261104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"error_code": "ERR_001",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0.94, "resolution_action": "force_gc_restart"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Error Resolver  ×  Pipeline Manager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1051560"/>
            <a:ext cx="420624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51560"/>
            <a:ext cx="4206240" cy="64008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70432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D4"/>
                </a:solidFill>
              </a:rPr>
              <a:t>Error Resolver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20040" y="1691640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1691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force_gc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600200" y="1691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kubectl exec → jmap/jcmd for JVM; tracemalloc for Python ETL workers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2203704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rolling_restart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600200" y="220370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Zero-downtime pod restart via Kubernetes rollout restart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715768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27157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scale_replicas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600200" y="2715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HPA override — scale out replicas to distribute memory pressure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0040" y="3227832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3227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file_poll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600200" y="3227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Poll Azure Blob Storage with configurable wait interval until file arrives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0040" y="3739896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20040" y="37398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schema_refresh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600200" y="37398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Call ADF REST API to refresh dataset schema definition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" y="4251960"/>
            <a:ext cx="1188720" cy="274320"/>
          </a:xfrm>
          <a:prstGeom prst="rect">
            <a:avLst/>
          </a:prstGeom>
          <a:solidFill>
            <a:srgbClr val="0E5F9E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escalate_p2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600200" y="4251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Create ServiceNow P2 incident with heap dump attached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754880" y="1051560"/>
            <a:ext cx="4206240" cy="384048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54880" y="1051560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170432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13248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Pipeline Manager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4919472" y="176479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21808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Attempt 1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321808" y="1956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Trigger ADF pipeline run via REST API after resolver action completes.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919472" y="2532888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321808" y="2459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Attempt 2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321808" y="27249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If still failing: apply backoff (60 s), re-run resolver with secondary action.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919472" y="330098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321808" y="3227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Attempt 3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5321808" y="34930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Final retry. If failure persists, confidence check triggers P2 escalation.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919472" y="4069080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321808" y="3995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Escalate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321808" y="42611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ServiceNow incident created with full error trace, heap dump, and run ID.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51560"/>
          <a:ext cx="8686800" cy="38862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5029200"/>
              </a:tblGrid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9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F9E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Trigger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Azure Event Grid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Millisecond-latency failure event capture from ADF activity runs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Compute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Azure Functions (Python)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Serverless orchestration of detect → resolve → restart loop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LLM / AI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Azure OpenAI GPT-4o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Error classification, confidence scoring, resolution action selection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Pipeline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Azure Data Factory REST API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Pipeline run trigger, status polling, schema refresh operations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Container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Kubernetes + kubectl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Pod restart, JVM heap dump (jmap/jcmd), replica scaling via HPA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Monitoring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Prometheus + Datadog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Memory metrics, anomaly baseline, resource-bloat 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ITSM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ServiceNow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Automated P2 incident creation with heap dump attachment (itil role)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Logging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Azure Blob / App Insights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F4FD"/>
                          </a:solidFill>
                        </a:rPr>
                        <a:t>Structured run reports, latency logs, ML feedback loop data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Benefits &amp; Success KPIs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20116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3–8 hr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EC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2004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&lt; 5 min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MTTR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23160" y="1051560"/>
            <a:ext cx="20116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51460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6324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EC8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51460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≥ 80%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468880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Auto-Resolve Rate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17720" y="1051560"/>
            <a:ext cx="20116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Manual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5780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EC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70916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Zero-Touch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663440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Incident Response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12280" y="1051560"/>
            <a:ext cx="201168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03720" y="1143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</a:rPr>
              <a:t>~60 min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452360" y="143560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AEC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903720" y="1664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0 min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0" y="21305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EC8"/>
                </a:solidFill>
              </a:rPr>
              <a:t>Engineer Triage Time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74320" y="2651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D4"/>
                </a:solidFill>
              </a:rPr>
              <a:t>Strategic Benefits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74320" y="3063240"/>
            <a:ext cx="8595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</a:rPr>
              <a:t>Frees L2 engineers to focus on feature work, not fire-fighting.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</a:rPr>
              <a:t>Consistent, codified resolution logic replaces tribal knowledge.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</a:rPr>
              <a:t>Every incident builds the error catalog — the system gets smarter over time.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</a:rPr>
              <a:t>Scales to 14 DataRend use cases with the same shared architecture.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4FD"/>
                </a:solidFill>
              </a:rPr>
              <a:t>Full audit trail satisfies Munich RE compliance and change management requirements.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Implementation Roadmap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2834640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0B8F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2834640" cy="54864"/>
          </a:xfrm>
          <a:prstGeom prst="rect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8FBF"/>
                </a:solidFill>
              </a:rPr>
              <a:t>Phase 1 — POC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</a:rPr>
              <a:t>Weeks 1–2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92608" y="1874520"/>
            <a:ext cx="2633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Azure Function + Event Grid trigger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GPT-4o error classification with mock error catalog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Force-GC and rolling restart resolvers (Kubernetes)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97280"/>
            <a:ext cx="2834640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97280"/>
            <a:ext cx="2834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Phase 2 — MVP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</a:rPr>
              <a:t>Weeks 3–4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310128" y="1874520"/>
            <a:ext cx="2633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Full ADF SDK integration (pipeline restart, schema refresh)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Pipeline Manager retry loop (×3) with ServiceNow escalation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Prometheus / Datadog metrics integration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1097280"/>
            <a:ext cx="2834640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097280"/>
            <a:ext cx="28346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Phase 3 — Production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0936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EC8"/>
                </a:solidFill>
              </a:rPr>
              <a:t>Weeks 5–6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27648" y="1874520"/>
            <a:ext cx="26334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Live ServiceNow P2 incident creation with heap dump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Azure Blob structured logging + App Insights dashboard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8F4FD"/>
                </a:solidFill>
              </a:rPr>
              <a:t>Error catalog expansion via ML feedback loop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2880" y="4645152"/>
            <a:ext cx="87782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0E5F9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EC8"/>
                </a:solidFill>
              </a:rPr>
              <a:t>Prerequisites: Azure subscription (OpenAI, Event Grid), ADF access, Kubernetes ServiceAccount (pods/exec, deployments/patch), ServiceNow itil role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457200"/>
            <a:ext cx="5029200" cy="5029200"/>
          </a:xfrm>
          <a:prstGeom prst="ellipse">
            <a:avLst/>
          </a:prstGeom>
          <a:solidFill>
            <a:srgbClr val="0E5F9E">
              <a:alpha val="12000"/>
            </a:srgbClr>
          </a:solidFill>
          <a:ln w="12700">
            <a:solidFill>
              <a:srgbClr val="0E5F9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B8D4"/>
                </a:solidFill>
              </a:rPr>
              <a:t>ADF Pipeline Self-Healing — POC Kickoff Checklist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6184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Provision Azure Function + Event Grid subscription on ADF pipeline failures.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216712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Deploy GPT-4o in client Azure tenant; seed error catalog with top 10 recurring error patterns.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71576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Grant Kubernetes ServiceAccount: pods/exec and deployments/patch RBAC.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26440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Connect Prometheus / Datadog for memory baseline metrics ingestion.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379476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81304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Run 5 test scenarios (ERR_001–ERR_005); validate resolution accuracy &gt; 80%.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4320" y="4343400"/>
            <a:ext cx="347472" cy="347472"/>
          </a:xfrm>
          <a:prstGeom prst="ellipse">
            <a:avLst/>
          </a:prstGeom>
          <a:solidFill>
            <a:srgbClr val="0B8FBF"/>
          </a:solidFill>
          <a:ln w="12700">
            <a:solidFill>
              <a:srgbClr val="0B8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3616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D"/>
                </a:solidFill>
              </a:rPr>
              <a:t>Go / No-Go decision for Phase 2 (live ServiceNow, production ADF, remaining 13 use cases).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7823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AEC8"/>
                </a:solidFill>
              </a:rPr>
              <a:t>Capgemini DataRend Team  ×  Munich RE  |  May 2026  |  RunOps P1 — Memory-Leak &amp; Resource Bloat Detector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2026-05-25T07:22:08Z</dcterms:created>
  <dcterms:modified xsi:type="dcterms:W3CDTF">2026-05-25T07:22:08Z</dcterms:modified>
</cp:coreProperties>
</file>